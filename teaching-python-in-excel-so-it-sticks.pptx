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8" autoAdjust="0"/>
    <p:restoredTop sz="94660"/>
  </p:normalViewPr>
  <p:slideViewPr>
    <p:cSldViewPr snapToGrid="0">
      <p:cViewPr varScale="1">
        <p:scale>
          <a:sx n="61" d="100"/>
          <a:sy n="61" d="100"/>
        </p:scale>
        <p:origin x="376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511FEA-DBAF-4466-9EB9-C44ED9226051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F9676A-6EC5-4BC4-AFA1-8C6E543C5940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Foundation</a:t>
          </a:r>
        </a:p>
      </dgm:t>
    </dgm:pt>
    <dgm:pt modelId="{3B9A0109-A859-45FA-8984-48E7EE9E2B3A}" type="parTrans" cxnId="{0DE71001-6981-4E22-A7B8-709CD076B654}">
      <dgm:prSet/>
      <dgm:spPr/>
      <dgm:t>
        <a:bodyPr/>
        <a:lstStyle/>
        <a:p>
          <a:endParaRPr lang="en-US"/>
        </a:p>
      </dgm:t>
    </dgm:pt>
    <dgm:pt modelId="{2BDF3BC8-ABC9-4A26-BC93-A61B8C84C732}" type="sibTrans" cxnId="{0DE71001-6981-4E22-A7B8-709CD076B654}">
      <dgm:prSet/>
      <dgm:spPr/>
      <dgm:t>
        <a:bodyPr/>
        <a:lstStyle/>
        <a:p>
          <a:endParaRPr lang="en-US"/>
        </a:p>
      </dgm:t>
    </dgm:pt>
    <dgm:pt modelId="{6BCFA970-88A8-4C94-AA05-7FB9120F48C2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Integration</a:t>
          </a:r>
        </a:p>
      </dgm:t>
    </dgm:pt>
    <dgm:pt modelId="{907CC003-75DF-4237-BC92-EFF91F85CFFD}" type="parTrans" cxnId="{AAF4C6A3-1DCC-4CC6-9D4B-2CD2B31C8356}">
      <dgm:prSet/>
      <dgm:spPr/>
      <dgm:t>
        <a:bodyPr/>
        <a:lstStyle/>
        <a:p>
          <a:endParaRPr lang="en-US"/>
        </a:p>
      </dgm:t>
    </dgm:pt>
    <dgm:pt modelId="{01A174A6-414B-4857-AEC4-F53814849198}" type="sibTrans" cxnId="{AAF4C6A3-1DCC-4CC6-9D4B-2CD2B31C8356}">
      <dgm:prSet/>
      <dgm:spPr/>
      <dgm:t>
        <a:bodyPr/>
        <a:lstStyle/>
        <a:p>
          <a:endParaRPr lang="en-US"/>
        </a:p>
      </dgm:t>
    </dgm:pt>
    <dgm:pt modelId="{E87DF739-E432-42BA-A9AF-993CA3D13CC1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Vectorized analysis on tabular data</a:t>
          </a:r>
        </a:p>
      </dgm:t>
    </dgm:pt>
    <dgm:pt modelId="{6C848144-7290-4C33-A253-830B43353ED0}" type="parTrans" cxnId="{BF587C60-B726-4D6F-BDEC-C1748D4DD479}">
      <dgm:prSet/>
      <dgm:spPr/>
      <dgm:t>
        <a:bodyPr/>
        <a:lstStyle/>
        <a:p>
          <a:endParaRPr lang="en-US"/>
        </a:p>
      </dgm:t>
    </dgm:pt>
    <dgm:pt modelId="{655159FE-6C09-45B5-865B-64937F7B1F44}" type="sibTrans" cxnId="{BF587C60-B726-4D6F-BDEC-C1748D4DD479}">
      <dgm:prSet/>
      <dgm:spPr/>
      <dgm:t>
        <a:bodyPr/>
        <a:lstStyle/>
        <a:p>
          <a:endParaRPr lang="en-US"/>
        </a:p>
      </dgm:t>
    </dgm:pt>
    <dgm:pt modelId="{AAAE05C8-3354-4FB6-BD6C-02DE650C576D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Quick, visible wins</a:t>
          </a:r>
        </a:p>
      </dgm:t>
    </dgm:pt>
    <dgm:pt modelId="{CA29BBB3-4BBF-4C4C-B845-E81039920955}" type="parTrans" cxnId="{5223B2C9-4721-4523-9F09-DA67227059D5}">
      <dgm:prSet/>
      <dgm:spPr/>
      <dgm:t>
        <a:bodyPr/>
        <a:lstStyle/>
        <a:p>
          <a:endParaRPr lang="en-US"/>
        </a:p>
      </dgm:t>
    </dgm:pt>
    <dgm:pt modelId="{DC9507D7-09E1-46E1-B403-FADC129A947C}" type="sibTrans" cxnId="{5223B2C9-4721-4523-9F09-DA67227059D5}">
      <dgm:prSet/>
      <dgm:spPr/>
      <dgm:t>
        <a:bodyPr/>
        <a:lstStyle/>
        <a:p>
          <a:endParaRPr lang="en-US"/>
        </a:p>
      </dgm:t>
    </dgm:pt>
    <dgm:pt modelId="{1F21CE77-CABC-4BC7-B578-5C3694C85CA5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/>
            <a:t>Data flow and intermediate results</a:t>
          </a:r>
          <a:endParaRPr lang="en-US" dirty="0"/>
        </a:p>
      </dgm:t>
    </dgm:pt>
    <dgm:pt modelId="{95D7DC56-088B-4A2C-8113-7171093030F6}" type="parTrans" cxnId="{A24A0716-6708-4467-95B3-734EA3F4A667}">
      <dgm:prSet/>
      <dgm:spPr/>
      <dgm:t>
        <a:bodyPr/>
        <a:lstStyle/>
        <a:p>
          <a:endParaRPr lang="en-US"/>
        </a:p>
      </dgm:t>
    </dgm:pt>
    <dgm:pt modelId="{75AA6769-CBCA-4AD8-A0A9-8D0F6A65F85E}" type="sibTrans" cxnId="{A24A0716-6708-4467-95B3-734EA3F4A667}">
      <dgm:prSet/>
      <dgm:spPr/>
      <dgm:t>
        <a:bodyPr/>
        <a:lstStyle/>
        <a:p>
          <a:endParaRPr lang="en-US"/>
        </a:p>
      </dgm:t>
    </dgm:pt>
    <dgm:pt modelId="{E4E5FE88-ECF6-4CFE-93EF-74C85956264B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 err="1"/>
            <a:t>Debuggable</a:t>
          </a:r>
          <a:r>
            <a:rPr lang="en-US" dirty="0"/>
            <a:t>, explainable work</a:t>
          </a:r>
        </a:p>
      </dgm:t>
    </dgm:pt>
    <dgm:pt modelId="{479FACD9-0A5A-4006-9610-D902EFEAAE7E}" type="parTrans" cxnId="{EFB67160-9814-4FCC-89E1-679F5E85CEC6}">
      <dgm:prSet/>
      <dgm:spPr/>
      <dgm:t>
        <a:bodyPr/>
        <a:lstStyle/>
        <a:p>
          <a:endParaRPr lang="en-US"/>
        </a:p>
      </dgm:t>
    </dgm:pt>
    <dgm:pt modelId="{19A07C18-AC24-4548-B32B-EA5B8A6DDC33}" type="sibTrans" cxnId="{EFB67160-9814-4FCC-89E1-679F5E85CEC6}">
      <dgm:prSet/>
      <dgm:spPr/>
      <dgm:t>
        <a:bodyPr/>
        <a:lstStyle/>
        <a:p>
          <a:endParaRPr lang="en-US"/>
        </a:p>
      </dgm:t>
    </dgm:pt>
    <dgm:pt modelId="{C46E73C4-EC49-45CC-AA27-F66FEEF3BF04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Expansion</a:t>
          </a:r>
        </a:p>
      </dgm:t>
    </dgm:pt>
    <dgm:pt modelId="{B456CC88-71DB-42B3-ACD2-5A0003004371}" type="parTrans" cxnId="{45831A66-AF98-4FC6-A3B1-AA1507C55A05}">
      <dgm:prSet/>
      <dgm:spPr/>
      <dgm:t>
        <a:bodyPr/>
        <a:lstStyle/>
        <a:p>
          <a:endParaRPr lang="en-US"/>
        </a:p>
      </dgm:t>
    </dgm:pt>
    <dgm:pt modelId="{A1C21B5A-F3B7-4381-AE08-019B8B559D45}" type="sibTrans" cxnId="{45831A66-AF98-4FC6-A3B1-AA1507C55A05}">
      <dgm:prSet/>
      <dgm:spPr/>
      <dgm:t>
        <a:bodyPr/>
        <a:lstStyle/>
        <a:p>
          <a:endParaRPr lang="en-US"/>
        </a:p>
      </dgm:t>
    </dgm:pt>
    <dgm:pt modelId="{9969DA67-4EAC-45EE-A518-67A787109F0F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/>
            <a:t>Control flow and abstraction</a:t>
          </a:r>
          <a:endParaRPr lang="en-US" dirty="0"/>
        </a:p>
      </dgm:t>
    </dgm:pt>
    <dgm:pt modelId="{34B8BFF8-718D-4A69-8F8F-870EF672436C}" type="parTrans" cxnId="{A4012DF7-EDDB-4FB2-9CBF-0634D005E508}">
      <dgm:prSet/>
      <dgm:spPr/>
      <dgm:t>
        <a:bodyPr/>
        <a:lstStyle/>
        <a:p>
          <a:endParaRPr lang="en-US"/>
        </a:p>
      </dgm:t>
    </dgm:pt>
    <dgm:pt modelId="{8027C9C5-6427-4CE3-B685-51768D649A2C}" type="sibTrans" cxnId="{A4012DF7-EDDB-4FB2-9CBF-0634D005E508}">
      <dgm:prSet/>
      <dgm:spPr/>
      <dgm:t>
        <a:bodyPr/>
        <a:lstStyle/>
        <a:p>
          <a:endParaRPr lang="en-US"/>
        </a:p>
      </dgm:t>
    </dgm:pt>
    <dgm:pt modelId="{C8583274-BD78-43A5-8673-67C25E5B5A3A}">
      <dgm:prSet phldrT="[Text]" phldr="0"/>
      <dgm:spPr>
        <a:solidFill>
          <a:schemeClr val="bg1">
            <a:lumMod val="50000"/>
          </a:schemeClr>
        </a:solidFill>
      </dgm:spPr>
      <dgm:t>
        <a:bodyPr/>
        <a:lstStyle/>
        <a:p>
          <a:r>
            <a:rPr lang="en-US" dirty="0"/>
            <a:t>Generalization and reuse</a:t>
          </a:r>
        </a:p>
      </dgm:t>
    </dgm:pt>
    <dgm:pt modelId="{852136A1-7254-42C0-A811-A94E4908D7D4}" type="parTrans" cxnId="{F96164DF-D45E-4A46-81F2-EBF1E66982DA}">
      <dgm:prSet/>
      <dgm:spPr/>
      <dgm:t>
        <a:bodyPr/>
        <a:lstStyle/>
        <a:p>
          <a:endParaRPr lang="en-US"/>
        </a:p>
      </dgm:t>
    </dgm:pt>
    <dgm:pt modelId="{9ABEF91C-4044-457D-97B8-E93F3501AA4F}" type="sibTrans" cxnId="{F96164DF-D45E-4A46-81F2-EBF1E66982DA}">
      <dgm:prSet/>
      <dgm:spPr/>
      <dgm:t>
        <a:bodyPr/>
        <a:lstStyle/>
        <a:p>
          <a:endParaRPr lang="en-US"/>
        </a:p>
      </dgm:t>
    </dgm:pt>
    <dgm:pt modelId="{19C856C9-1F4B-4862-AD68-149949B7ECA4}" type="pres">
      <dgm:prSet presAssocID="{56511FEA-DBAF-4466-9EB9-C44ED9226051}" presName="Name0" presStyleCnt="0">
        <dgm:presLayoutVars>
          <dgm:dir/>
          <dgm:resizeHandles val="exact"/>
        </dgm:presLayoutVars>
      </dgm:prSet>
      <dgm:spPr/>
    </dgm:pt>
    <dgm:pt modelId="{8F6FF261-3640-4EDD-8E79-152F9EE1F77B}" type="pres">
      <dgm:prSet presAssocID="{49F9676A-6EC5-4BC4-AFA1-8C6E543C5940}" presName="node" presStyleLbl="node1" presStyleIdx="0" presStyleCnt="3">
        <dgm:presLayoutVars>
          <dgm:bulletEnabled val="1"/>
        </dgm:presLayoutVars>
      </dgm:prSet>
      <dgm:spPr/>
    </dgm:pt>
    <dgm:pt modelId="{F65BBAC5-1387-4F2C-BFFC-223AC08E9755}" type="pres">
      <dgm:prSet presAssocID="{2BDF3BC8-ABC9-4A26-BC93-A61B8C84C732}" presName="sibTrans" presStyleLbl="sibTrans2D1" presStyleIdx="0" presStyleCnt="2"/>
      <dgm:spPr/>
    </dgm:pt>
    <dgm:pt modelId="{5D8179A3-3D7F-43F6-919B-E2AE1B183694}" type="pres">
      <dgm:prSet presAssocID="{2BDF3BC8-ABC9-4A26-BC93-A61B8C84C732}" presName="connectorText" presStyleLbl="sibTrans2D1" presStyleIdx="0" presStyleCnt="2"/>
      <dgm:spPr/>
    </dgm:pt>
    <dgm:pt modelId="{E9A4DE27-FDE5-4894-9FAB-4CA1B2E89895}" type="pres">
      <dgm:prSet presAssocID="{6BCFA970-88A8-4C94-AA05-7FB9120F48C2}" presName="node" presStyleLbl="node1" presStyleIdx="1" presStyleCnt="3">
        <dgm:presLayoutVars>
          <dgm:bulletEnabled val="1"/>
        </dgm:presLayoutVars>
      </dgm:prSet>
      <dgm:spPr/>
    </dgm:pt>
    <dgm:pt modelId="{0AE9F796-D23C-439F-9702-2C45C489D240}" type="pres">
      <dgm:prSet presAssocID="{01A174A6-414B-4857-AEC4-F53814849198}" presName="sibTrans" presStyleLbl="sibTrans2D1" presStyleIdx="1" presStyleCnt="2"/>
      <dgm:spPr/>
    </dgm:pt>
    <dgm:pt modelId="{B78477FA-E2A5-47AD-9651-0F3829BDBC67}" type="pres">
      <dgm:prSet presAssocID="{01A174A6-414B-4857-AEC4-F53814849198}" presName="connectorText" presStyleLbl="sibTrans2D1" presStyleIdx="1" presStyleCnt="2"/>
      <dgm:spPr/>
    </dgm:pt>
    <dgm:pt modelId="{92C9279C-95FE-46F3-A190-D18BD98D0CA8}" type="pres">
      <dgm:prSet presAssocID="{C46E73C4-EC49-45CC-AA27-F66FEEF3BF04}" presName="node" presStyleLbl="node1" presStyleIdx="2" presStyleCnt="3">
        <dgm:presLayoutVars>
          <dgm:bulletEnabled val="1"/>
        </dgm:presLayoutVars>
      </dgm:prSet>
      <dgm:spPr/>
    </dgm:pt>
  </dgm:ptLst>
  <dgm:cxnLst>
    <dgm:cxn modelId="{0DE71001-6981-4E22-A7B8-709CD076B654}" srcId="{56511FEA-DBAF-4466-9EB9-C44ED9226051}" destId="{49F9676A-6EC5-4BC4-AFA1-8C6E543C5940}" srcOrd="0" destOrd="0" parTransId="{3B9A0109-A859-45FA-8984-48E7EE9E2B3A}" sibTransId="{2BDF3BC8-ABC9-4A26-BC93-A61B8C84C732}"/>
    <dgm:cxn modelId="{F478200B-20CF-49E3-B76B-6DD7582F86CD}" type="presOf" srcId="{AAAE05C8-3354-4FB6-BD6C-02DE650C576D}" destId="{8F6FF261-3640-4EDD-8E79-152F9EE1F77B}" srcOrd="0" destOrd="2" presId="urn:microsoft.com/office/officeart/2005/8/layout/process1"/>
    <dgm:cxn modelId="{83AA690E-3A9A-40B0-8EB6-C02644CE3EF8}" type="presOf" srcId="{01A174A6-414B-4857-AEC4-F53814849198}" destId="{B78477FA-E2A5-47AD-9651-0F3829BDBC67}" srcOrd="1" destOrd="0" presId="urn:microsoft.com/office/officeart/2005/8/layout/process1"/>
    <dgm:cxn modelId="{A24A0716-6708-4467-95B3-734EA3F4A667}" srcId="{6BCFA970-88A8-4C94-AA05-7FB9120F48C2}" destId="{1F21CE77-CABC-4BC7-B578-5C3694C85CA5}" srcOrd="0" destOrd="0" parTransId="{95D7DC56-088B-4A2C-8113-7171093030F6}" sibTransId="{75AA6769-CBCA-4AD8-A0A9-8D0F6A65F85E}"/>
    <dgm:cxn modelId="{294A353D-C822-4166-8E38-D80EF39A475A}" type="presOf" srcId="{2BDF3BC8-ABC9-4A26-BC93-A61B8C84C732}" destId="{F65BBAC5-1387-4F2C-BFFC-223AC08E9755}" srcOrd="0" destOrd="0" presId="urn:microsoft.com/office/officeart/2005/8/layout/process1"/>
    <dgm:cxn modelId="{2CA91440-E3FC-4152-BC72-91CD3D10508D}" type="presOf" srcId="{49F9676A-6EC5-4BC4-AFA1-8C6E543C5940}" destId="{8F6FF261-3640-4EDD-8E79-152F9EE1F77B}" srcOrd="0" destOrd="0" presId="urn:microsoft.com/office/officeart/2005/8/layout/process1"/>
    <dgm:cxn modelId="{EFB67160-9814-4FCC-89E1-679F5E85CEC6}" srcId="{6BCFA970-88A8-4C94-AA05-7FB9120F48C2}" destId="{E4E5FE88-ECF6-4CFE-93EF-74C85956264B}" srcOrd="1" destOrd="0" parTransId="{479FACD9-0A5A-4006-9610-D902EFEAAE7E}" sibTransId="{19A07C18-AC24-4548-B32B-EA5B8A6DDC33}"/>
    <dgm:cxn modelId="{BF587C60-B726-4D6F-BDEC-C1748D4DD479}" srcId="{49F9676A-6EC5-4BC4-AFA1-8C6E543C5940}" destId="{E87DF739-E432-42BA-A9AF-993CA3D13CC1}" srcOrd="0" destOrd="0" parTransId="{6C848144-7290-4C33-A253-830B43353ED0}" sibTransId="{655159FE-6C09-45B5-865B-64937F7B1F44}"/>
    <dgm:cxn modelId="{45831A66-AF98-4FC6-A3B1-AA1507C55A05}" srcId="{56511FEA-DBAF-4466-9EB9-C44ED9226051}" destId="{C46E73C4-EC49-45CC-AA27-F66FEEF3BF04}" srcOrd="2" destOrd="0" parTransId="{B456CC88-71DB-42B3-ACD2-5A0003004371}" sibTransId="{A1C21B5A-F3B7-4381-AE08-019B8B559D45}"/>
    <dgm:cxn modelId="{A09C2052-DFEA-4F6D-8462-709BA15F63C5}" type="presOf" srcId="{9969DA67-4EAC-45EE-A518-67A787109F0F}" destId="{92C9279C-95FE-46F3-A190-D18BD98D0CA8}" srcOrd="0" destOrd="1" presId="urn:microsoft.com/office/officeart/2005/8/layout/process1"/>
    <dgm:cxn modelId="{1FC9A078-7A3F-4850-97D6-BC65A482C91C}" type="presOf" srcId="{6BCFA970-88A8-4C94-AA05-7FB9120F48C2}" destId="{E9A4DE27-FDE5-4894-9FAB-4CA1B2E89895}" srcOrd="0" destOrd="0" presId="urn:microsoft.com/office/officeart/2005/8/layout/process1"/>
    <dgm:cxn modelId="{DFB88C92-808A-4676-827E-9607DB19C3FD}" type="presOf" srcId="{E4E5FE88-ECF6-4CFE-93EF-74C85956264B}" destId="{E9A4DE27-FDE5-4894-9FAB-4CA1B2E89895}" srcOrd="0" destOrd="2" presId="urn:microsoft.com/office/officeart/2005/8/layout/process1"/>
    <dgm:cxn modelId="{AAF4C6A3-1DCC-4CC6-9D4B-2CD2B31C8356}" srcId="{56511FEA-DBAF-4466-9EB9-C44ED9226051}" destId="{6BCFA970-88A8-4C94-AA05-7FB9120F48C2}" srcOrd="1" destOrd="0" parTransId="{907CC003-75DF-4237-BC92-EFF91F85CFFD}" sibTransId="{01A174A6-414B-4857-AEC4-F53814849198}"/>
    <dgm:cxn modelId="{E482CAAC-036C-45DE-B45D-7130AD20CC41}" type="presOf" srcId="{E87DF739-E432-42BA-A9AF-993CA3D13CC1}" destId="{8F6FF261-3640-4EDD-8E79-152F9EE1F77B}" srcOrd="0" destOrd="1" presId="urn:microsoft.com/office/officeart/2005/8/layout/process1"/>
    <dgm:cxn modelId="{ACA368C0-7798-43D3-A426-F39FEFF19B2B}" type="presOf" srcId="{1F21CE77-CABC-4BC7-B578-5C3694C85CA5}" destId="{E9A4DE27-FDE5-4894-9FAB-4CA1B2E89895}" srcOrd="0" destOrd="1" presId="urn:microsoft.com/office/officeart/2005/8/layout/process1"/>
    <dgm:cxn modelId="{9E066FC2-16E3-42FC-9E38-A2B6062EE190}" type="presOf" srcId="{C8583274-BD78-43A5-8673-67C25E5B5A3A}" destId="{92C9279C-95FE-46F3-A190-D18BD98D0CA8}" srcOrd="0" destOrd="2" presId="urn:microsoft.com/office/officeart/2005/8/layout/process1"/>
    <dgm:cxn modelId="{5223B2C9-4721-4523-9F09-DA67227059D5}" srcId="{49F9676A-6EC5-4BC4-AFA1-8C6E543C5940}" destId="{AAAE05C8-3354-4FB6-BD6C-02DE650C576D}" srcOrd="1" destOrd="0" parTransId="{CA29BBB3-4BBF-4C4C-B845-E81039920955}" sibTransId="{DC9507D7-09E1-46E1-B403-FADC129A947C}"/>
    <dgm:cxn modelId="{A5E03FCB-2F3C-49D2-BEBE-E3C094C85E64}" type="presOf" srcId="{C46E73C4-EC49-45CC-AA27-F66FEEF3BF04}" destId="{92C9279C-95FE-46F3-A190-D18BD98D0CA8}" srcOrd="0" destOrd="0" presId="urn:microsoft.com/office/officeart/2005/8/layout/process1"/>
    <dgm:cxn modelId="{03248FD0-F620-42C8-BD3D-0AE7B9EEB362}" type="presOf" srcId="{2BDF3BC8-ABC9-4A26-BC93-A61B8C84C732}" destId="{5D8179A3-3D7F-43F6-919B-E2AE1B183694}" srcOrd="1" destOrd="0" presId="urn:microsoft.com/office/officeart/2005/8/layout/process1"/>
    <dgm:cxn modelId="{79018DDC-550A-4F61-9B06-05E20364D117}" type="presOf" srcId="{01A174A6-414B-4857-AEC4-F53814849198}" destId="{0AE9F796-D23C-439F-9702-2C45C489D240}" srcOrd="0" destOrd="0" presId="urn:microsoft.com/office/officeart/2005/8/layout/process1"/>
    <dgm:cxn modelId="{F96164DF-D45E-4A46-81F2-EBF1E66982DA}" srcId="{C46E73C4-EC49-45CC-AA27-F66FEEF3BF04}" destId="{C8583274-BD78-43A5-8673-67C25E5B5A3A}" srcOrd="1" destOrd="0" parTransId="{852136A1-7254-42C0-A811-A94E4908D7D4}" sibTransId="{9ABEF91C-4044-457D-97B8-E93F3501AA4F}"/>
    <dgm:cxn modelId="{A4012DF7-EDDB-4FB2-9CBF-0634D005E508}" srcId="{C46E73C4-EC49-45CC-AA27-F66FEEF3BF04}" destId="{9969DA67-4EAC-45EE-A518-67A787109F0F}" srcOrd="0" destOrd="0" parTransId="{34B8BFF8-718D-4A69-8F8F-870EF672436C}" sibTransId="{8027C9C5-6427-4CE3-B685-51768D649A2C}"/>
    <dgm:cxn modelId="{1105A7FA-7E18-4E07-B023-151BF25607F2}" type="presOf" srcId="{56511FEA-DBAF-4466-9EB9-C44ED9226051}" destId="{19C856C9-1F4B-4862-AD68-149949B7ECA4}" srcOrd="0" destOrd="0" presId="urn:microsoft.com/office/officeart/2005/8/layout/process1"/>
    <dgm:cxn modelId="{F9915609-BC24-4334-866C-8C1F6A0A4C18}" type="presParOf" srcId="{19C856C9-1F4B-4862-AD68-149949B7ECA4}" destId="{8F6FF261-3640-4EDD-8E79-152F9EE1F77B}" srcOrd="0" destOrd="0" presId="urn:microsoft.com/office/officeart/2005/8/layout/process1"/>
    <dgm:cxn modelId="{C6F0E46C-435D-4498-92F6-20EF66396DD9}" type="presParOf" srcId="{19C856C9-1F4B-4862-AD68-149949B7ECA4}" destId="{F65BBAC5-1387-4F2C-BFFC-223AC08E9755}" srcOrd="1" destOrd="0" presId="urn:microsoft.com/office/officeart/2005/8/layout/process1"/>
    <dgm:cxn modelId="{79B887E8-1AB9-41C1-A37F-709A72E4F914}" type="presParOf" srcId="{F65BBAC5-1387-4F2C-BFFC-223AC08E9755}" destId="{5D8179A3-3D7F-43F6-919B-E2AE1B183694}" srcOrd="0" destOrd="0" presId="urn:microsoft.com/office/officeart/2005/8/layout/process1"/>
    <dgm:cxn modelId="{BBB4EBD3-EA86-4C18-A1F8-BBA0B880AB2E}" type="presParOf" srcId="{19C856C9-1F4B-4862-AD68-149949B7ECA4}" destId="{E9A4DE27-FDE5-4894-9FAB-4CA1B2E89895}" srcOrd="2" destOrd="0" presId="urn:microsoft.com/office/officeart/2005/8/layout/process1"/>
    <dgm:cxn modelId="{7A29593A-4C5B-40B9-A4D1-A15B58AF12C0}" type="presParOf" srcId="{19C856C9-1F4B-4862-AD68-149949B7ECA4}" destId="{0AE9F796-D23C-439F-9702-2C45C489D240}" srcOrd="3" destOrd="0" presId="urn:microsoft.com/office/officeart/2005/8/layout/process1"/>
    <dgm:cxn modelId="{435A7278-D1A1-4BFC-A7B9-899FD9D502DA}" type="presParOf" srcId="{0AE9F796-D23C-439F-9702-2C45C489D240}" destId="{B78477FA-E2A5-47AD-9651-0F3829BDBC67}" srcOrd="0" destOrd="0" presId="urn:microsoft.com/office/officeart/2005/8/layout/process1"/>
    <dgm:cxn modelId="{5968F337-7FE8-41A3-8AFB-B34A7E82C9B8}" type="presParOf" srcId="{19C856C9-1F4B-4862-AD68-149949B7ECA4}" destId="{92C9279C-95FE-46F3-A190-D18BD98D0CA8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6FF261-3640-4EDD-8E79-152F9EE1F77B}">
      <dsp:nvSpPr>
        <dsp:cNvPr id="0" name=""/>
        <dsp:cNvSpPr/>
      </dsp:nvSpPr>
      <dsp:spPr>
        <a:xfrm>
          <a:off x="10091" y="2364938"/>
          <a:ext cx="3016359" cy="1809815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Foundation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Vectorized analysis on tabular data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Quick, visible wins</a:t>
          </a:r>
        </a:p>
      </dsp:txBody>
      <dsp:txXfrm>
        <a:off x="63099" y="2417946"/>
        <a:ext cx="2910343" cy="1703799"/>
      </dsp:txXfrm>
    </dsp:sp>
    <dsp:sp modelId="{F65BBAC5-1387-4F2C-BFFC-223AC08E9755}">
      <dsp:nvSpPr>
        <dsp:cNvPr id="0" name=""/>
        <dsp:cNvSpPr/>
      </dsp:nvSpPr>
      <dsp:spPr>
        <a:xfrm>
          <a:off x="3328087" y="2895817"/>
          <a:ext cx="639468" cy="748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3328087" y="3045428"/>
        <a:ext cx="447628" cy="448835"/>
      </dsp:txXfrm>
    </dsp:sp>
    <dsp:sp modelId="{E9A4DE27-FDE5-4894-9FAB-4CA1B2E89895}">
      <dsp:nvSpPr>
        <dsp:cNvPr id="0" name=""/>
        <dsp:cNvSpPr/>
      </dsp:nvSpPr>
      <dsp:spPr>
        <a:xfrm>
          <a:off x="4232995" y="2364938"/>
          <a:ext cx="3016359" cy="1809815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Integration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Data flow and intermediate results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Debuggable</a:t>
          </a:r>
          <a:r>
            <a:rPr lang="en-US" sz="1800" kern="1200" dirty="0"/>
            <a:t>, explainable work</a:t>
          </a:r>
        </a:p>
      </dsp:txBody>
      <dsp:txXfrm>
        <a:off x="4286003" y="2417946"/>
        <a:ext cx="2910343" cy="1703799"/>
      </dsp:txXfrm>
    </dsp:sp>
    <dsp:sp modelId="{0AE9F796-D23C-439F-9702-2C45C489D240}">
      <dsp:nvSpPr>
        <dsp:cNvPr id="0" name=""/>
        <dsp:cNvSpPr/>
      </dsp:nvSpPr>
      <dsp:spPr>
        <a:xfrm>
          <a:off x="7550991" y="2895817"/>
          <a:ext cx="639468" cy="7480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7550991" y="3045428"/>
        <a:ext cx="447628" cy="448835"/>
      </dsp:txXfrm>
    </dsp:sp>
    <dsp:sp modelId="{92C9279C-95FE-46F3-A190-D18BD98D0CA8}">
      <dsp:nvSpPr>
        <dsp:cNvPr id="0" name=""/>
        <dsp:cNvSpPr/>
      </dsp:nvSpPr>
      <dsp:spPr>
        <a:xfrm>
          <a:off x="8455899" y="2364938"/>
          <a:ext cx="3016359" cy="1809815"/>
        </a:xfrm>
        <a:prstGeom prst="roundRect">
          <a:avLst>
            <a:gd name="adj" fmla="val 10000"/>
          </a:avLst>
        </a:prstGeom>
        <a:solidFill>
          <a:schemeClr val="bg1">
            <a:lumMod val="5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Expansion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/>
            <a:t>Control flow and abstraction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Generalization and reuse</a:t>
          </a:r>
        </a:p>
      </dsp:txBody>
      <dsp:txXfrm>
        <a:off x="8508907" y="2417946"/>
        <a:ext cx="2910343" cy="17037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A42C-C287-B969-3519-B75E55CAD5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D09B47-2350-693C-E990-40BB16F9F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B0027-0E21-1C3D-2DB0-0CA31EF37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28BC71-9331-E6D7-7062-DB0792EA1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A3152-1AF2-CB5C-359F-CEE73BCA3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712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566D1-F718-5BFA-A6EC-D0B18898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3B773-9265-785B-2FDE-419E7E6AB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BBF95-57E0-B24A-2F7D-D02E5314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4E2B6-81DE-5305-905A-A64CBEF4E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4D5A8-DB85-E550-1E5F-E87464348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25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16592-0DA2-EC86-3D7A-88AAB5C32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72A69-B9DA-594C-A662-102F94C43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B2C6D-69FD-371E-29A9-55ECFB11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E6941-7D36-927D-EB1A-FC83A5673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8E324-04E0-23B5-0947-FBFC6D87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20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8DF6B-51E1-1C19-F890-9EACE0EEE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B9B1B-4060-50F5-9B39-485402A7E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555001-0D6E-89D4-AD43-B0A8B9F6A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9DAD0-81C1-9BC7-AE91-861D8A0DA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E5C22-4001-844F-5E85-05C9AE83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426CA-18D3-5E40-591A-E25C7A5F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94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1642-16A9-CF9F-8C6B-6FC31513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5ADA0-DFDC-2F67-A8EC-9348F9C50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1DF301-EA2B-5D9A-2CCE-BE3B50543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4E9643-B6CA-C95F-EF2A-59C400435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B01A8-CE39-DDA1-EE88-ACE760C620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DBCC4A-3F4E-D4AE-B75D-D9D009A86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00E68F-7E97-119C-C3C3-200CDDD9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797F53-8574-376E-74BF-922A94287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93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8DCD8-5D25-0EBB-CA96-FD0F2D81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EACEED-489B-858D-7EA5-3DAFD1E34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33BC41-1631-A9CC-AC0F-8296100D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CAC26-01D9-3A14-EC9E-65205B048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571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0B0AE2-4973-BF63-08C3-E3BEA281E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04D06-49B5-48D6-6F3B-43A252E1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E8E8B-7A52-4D1D-89E4-EE428A059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63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6F323-EE75-8FEC-11EE-00DF3A65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8BA7B-89B5-15E9-EFD6-46218A4C8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94FD03-3C63-22F6-F61A-ABE0D9C91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09F450-B1EE-74C5-9C50-0D124A437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5EA13-B04C-94F6-2474-1ED3F032A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D35EC-69A6-FBE7-5364-3DDC6EAD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44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2BD9B-BB36-5BE0-0FC4-FFC3D969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6291BB-B021-2922-707E-512DFE3AD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C3256D-8E2A-9FE4-AD6A-2D12A6498E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FD1C1-C8AE-150F-A728-038E5014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CB7FD-7090-62FF-93F6-0CA80D1FD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DD9B8-BCF9-1C8E-4E80-0C6ACD5D0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69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192FC-02E5-E6EB-EAAA-C4D8C8B7A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5F3EE5-4B8F-D131-8391-F918A6295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27CC6D-5E20-0036-A395-5DC8E72EB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C29A6-3502-B0FC-689C-A8E500330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803FA-7595-4FBB-1651-D022DBC9F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9280BB-1065-AA5A-E7DD-7F2908237E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B7DA-2093-B9EA-15C5-6FF5E557E5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B826E-7D6E-ADAC-E5AD-B29B231B9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4A5E6-D2A9-D20C-3E25-3B88A111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DCE815-942C-FC9C-609C-6EF47E0B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00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7225C7-2082-C657-1F9C-EEBBA8DE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DAF631-82F8-3E3A-6F06-736B2023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0AF85-E405-41C7-FA46-7EFF76AA9B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D77C2-924C-41A6-9E38-1876EE14E0AB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027DA-8918-DF69-A347-5C438A92B5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00DB1-0FD0-E350-42D1-4B40EC55A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1A1870-4130-4E44-BA5D-54052D19D3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58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4E5A3E4-0657-46AC-F424-2FED4A5719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0701065"/>
              </p:ext>
            </p:extLst>
          </p:nvPr>
        </p:nvGraphicFramePr>
        <p:xfrm>
          <a:off x="279206" y="-121443"/>
          <a:ext cx="11482351" cy="65396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C47D153-23BC-2FB7-2AD1-DFB504E266D8}"/>
              </a:ext>
            </a:extLst>
          </p:cNvPr>
          <p:cNvSpPr txBox="1"/>
          <p:nvPr/>
        </p:nvSpPr>
        <p:spPr>
          <a:xfrm>
            <a:off x="279206" y="1235487"/>
            <a:ext cx="84250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Teaching Python in Excel so it sticks</a:t>
            </a:r>
          </a:p>
        </p:txBody>
      </p:sp>
    </p:spTree>
    <p:extLst>
      <p:ext uri="{BB962C8B-B14F-4D97-AF65-F5344CB8AC3E}">
        <p14:creationId xmlns:p14="http://schemas.microsoft.com/office/powerpoint/2010/main" val="200039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35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2</cp:revision>
  <dcterms:created xsi:type="dcterms:W3CDTF">2026-01-19T20:23:37Z</dcterms:created>
  <dcterms:modified xsi:type="dcterms:W3CDTF">2026-01-19T21:47:46Z</dcterms:modified>
</cp:coreProperties>
</file>