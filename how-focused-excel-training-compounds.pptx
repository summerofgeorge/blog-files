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8" autoAdjust="0"/>
    <p:restoredTop sz="94660"/>
  </p:normalViewPr>
  <p:slideViewPr>
    <p:cSldViewPr snapToGrid="0">
      <p:cViewPr varScale="1">
        <p:scale>
          <a:sx n="61" d="100"/>
          <a:sy n="61" d="100"/>
        </p:scale>
        <p:origin x="376" y="25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9193B5A-C517-48EF-A5EE-87B63DCD4947}" type="doc">
      <dgm:prSet loTypeId="urn:microsoft.com/office/officeart/2005/8/layout/cycle5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A334A66-08F0-4B31-9ED9-26F2708D7DB8}">
      <dgm:prSet phldrT="[Text]" phldr="0"/>
      <dgm:spPr/>
      <dgm:t>
        <a:bodyPr/>
        <a:lstStyle/>
        <a:p>
          <a:r>
            <a:rPr lang="en-US" dirty="0"/>
            <a:t>Expert curation</a:t>
          </a:r>
        </a:p>
      </dgm:t>
    </dgm:pt>
    <dgm:pt modelId="{6ECEE4EA-5FF7-45AB-9DA8-AAD863AAEF58}" type="parTrans" cxnId="{6A47EA29-9F73-465E-AFD2-A98B5300DA34}">
      <dgm:prSet/>
      <dgm:spPr/>
      <dgm:t>
        <a:bodyPr/>
        <a:lstStyle/>
        <a:p>
          <a:endParaRPr lang="en-US"/>
        </a:p>
      </dgm:t>
    </dgm:pt>
    <dgm:pt modelId="{E58ECF54-2DA5-4B37-9A23-2E93FF25703C}" type="sibTrans" cxnId="{6A47EA29-9F73-465E-AFD2-A98B5300DA34}">
      <dgm:prSet/>
      <dgm:spPr/>
      <dgm:t>
        <a:bodyPr/>
        <a:lstStyle/>
        <a:p>
          <a:endParaRPr lang="en-US"/>
        </a:p>
      </dgm:t>
    </dgm:pt>
    <dgm:pt modelId="{D8BC6D3D-772F-41D7-AAC9-36E3AC1DA404}">
      <dgm:prSet phldrT="[Text]" phldr="0"/>
      <dgm:spPr/>
      <dgm:t>
        <a:bodyPr/>
        <a:lstStyle/>
        <a:p>
          <a:r>
            <a:rPr lang="en-US" dirty="0"/>
            <a:t>Focused commitment</a:t>
          </a:r>
        </a:p>
      </dgm:t>
    </dgm:pt>
    <dgm:pt modelId="{DBEB6511-4EE7-414A-9B02-A48994402968}" type="parTrans" cxnId="{8339F415-9878-4851-9990-8E67D1741512}">
      <dgm:prSet/>
      <dgm:spPr/>
      <dgm:t>
        <a:bodyPr/>
        <a:lstStyle/>
        <a:p>
          <a:endParaRPr lang="en-US"/>
        </a:p>
      </dgm:t>
    </dgm:pt>
    <dgm:pt modelId="{C0411F91-0A15-4810-9A10-D0A0984B9F9B}" type="sibTrans" cxnId="{8339F415-9878-4851-9990-8E67D1741512}">
      <dgm:prSet/>
      <dgm:spPr/>
      <dgm:t>
        <a:bodyPr/>
        <a:lstStyle/>
        <a:p>
          <a:endParaRPr lang="en-US"/>
        </a:p>
      </dgm:t>
    </dgm:pt>
    <dgm:pt modelId="{5E4965FE-6D57-4222-8A4A-85DE7BAEED79}">
      <dgm:prSet phldrT="[Text]" phldr="0"/>
      <dgm:spPr/>
      <dgm:t>
        <a:bodyPr/>
        <a:lstStyle/>
        <a:p>
          <a:r>
            <a:rPr lang="en-US" dirty="0"/>
            <a:t>Real tradeoffs</a:t>
          </a:r>
        </a:p>
      </dgm:t>
    </dgm:pt>
    <dgm:pt modelId="{C6EF5E8E-A258-4878-B495-6B0872DD67E8}" type="parTrans" cxnId="{883672EF-0BF0-4A9D-B16A-F61E71FF4CD7}">
      <dgm:prSet/>
      <dgm:spPr/>
      <dgm:t>
        <a:bodyPr/>
        <a:lstStyle/>
        <a:p>
          <a:endParaRPr lang="en-US"/>
        </a:p>
      </dgm:t>
    </dgm:pt>
    <dgm:pt modelId="{4A89E465-B32D-45AA-9532-E41582462194}" type="sibTrans" cxnId="{883672EF-0BF0-4A9D-B16A-F61E71FF4CD7}">
      <dgm:prSet/>
      <dgm:spPr/>
      <dgm:t>
        <a:bodyPr/>
        <a:lstStyle/>
        <a:p>
          <a:endParaRPr lang="en-US"/>
        </a:p>
      </dgm:t>
    </dgm:pt>
    <dgm:pt modelId="{000F41F1-A65E-4CA2-A25E-BC2E786BDFCE}">
      <dgm:prSet phldrT="[Text]" phldr="0"/>
      <dgm:spPr/>
      <dgm:t>
        <a:bodyPr/>
        <a:lstStyle/>
        <a:p>
          <a:r>
            <a:rPr lang="en-US" dirty="0"/>
            <a:t>Ownership </a:t>
          </a:r>
          <a:r>
            <a:rPr lang="en-US"/>
            <a:t>and confidence</a:t>
          </a:r>
          <a:endParaRPr lang="en-US" dirty="0"/>
        </a:p>
      </dgm:t>
    </dgm:pt>
    <dgm:pt modelId="{E746A374-67CC-49A8-AB65-7F70F4A50EBE}" type="parTrans" cxnId="{F0F2E04D-B79C-4936-ABD6-84D53B42EBA0}">
      <dgm:prSet/>
      <dgm:spPr/>
      <dgm:t>
        <a:bodyPr/>
        <a:lstStyle/>
        <a:p>
          <a:endParaRPr lang="en-US"/>
        </a:p>
      </dgm:t>
    </dgm:pt>
    <dgm:pt modelId="{2EBA5B92-EDF3-4F57-9CD4-FE6E1C719091}" type="sibTrans" cxnId="{F0F2E04D-B79C-4936-ABD6-84D53B42EBA0}">
      <dgm:prSet/>
      <dgm:spPr/>
      <dgm:t>
        <a:bodyPr/>
        <a:lstStyle/>
        <a:p>
          <a:endParaRPr lang="en-US"/>
        </a:p>
      </dgm:t>
    </dgm:pt>
    <dgm:pt modelId="{60161D63-EDDA-4905-B5B5-05A172741A55}">
      <dgm:prSet phldrT="[Text]" phldr="0"/>
      <dgm:spPr/>
      <dgm:t>
        <a:bodyPr/>
        <a:lstStyle/>
        <a:p>
          <a:r>
            <a:rPr lang="en-US"/>
            <a:t>Faster future learning</a:t>
          </a:r>
          <a:endParaRPr lang="en-US" dirty="0"/>
        </a:p>
      </dgm:t>
    </dgm:pt>
    <dgm:pt modelId="{2AB11230-1531-43F7-8533-30337CEBD0D7}" type="parTrans" cxnId="{62B964BA-4A28-4F1C-94BB-CF5F947B7A0C}">
      <dgm:prSet/>
      <dgm:spPr/>
      <dgm:t>
        <a:bodyPr/>
        <a:lstStyle/>
        <a:p>
          <a:endParaRPr lang="en-US"/>
        </a:p>
      </dgm:t>
    </dgm:pt>
    <dgm:pt modelId="{576089FE-5407-4B28-AEC8-A3602174A06A}" type="sibTrans" cxnId="{62B964BA-4A28-4F1C-94BB-CF5F947B7A0C}">
      <dgm:prSet/>
      <dgm:spPr/>
      <dgm:t>
        <a:bodyPr/>
        <a:lstStyle/>
        <a:p>
          <a:endParaRPr lang="en-US"/>
        </a:p>
      </dgm:t>
    </dgm:pt>
    <dgm:pt modelId="{B0E8C612-F82B-40E2-B371-7173CE532DB2}" type="pres">
      <dgm:prSet presAssocID="{E9193B5A-C517-48EF-A5EE-87B63DCD4947}" presName="cycle" presStyleCnt="0">
        <dgm:presLayoutVars>
          <dgm:dir/>
          <dgm:resizeHandles val="exact"/>
        </dgm:presLayoutVars>
      </dgm:prSet>
      <dgm:spPr/>
    </dgm:pt>
    <dgm:pt modelId="{C90E5FF6-C09D-4784-A375-5FF42BBBB855}" type="pres">
      <dgm:prSet presAssocID="{FA334A66-08F0-4B31-9ED9-26F2708D7DB8}" presName="node" presStyleLbl="node1" presStyleIdx="0" presStyleCnt="5">
        <dgm:presLayoutVars>
          <dgm:bulletEnabled val="1"/>
        </dgm:presLayoutVars>
      </dgm:prSet>
      <dgm:spPr/>
    </dgm:pt>
    <dgm:pt modelId="{386B7D2B-0817-47B8-9F97-A36FD77C086A}" type="pres">
      <dgm:prSet presAssocID="{FA334A66-08F0-4B31-9ED9-26F2708D7DB8}" presName="spNode" presStyleCnt="0"/>
      <dgm:spPr/>
    </dgm:pt>
    <dgm:pt modelId="{EF5A7D7C-07DE-48AC-AFE4-6D20E3B61190}" type="pres">
      <dgm:prSet presAssocID="{E58ECF54-2DA5-4B37-9A23-2E93FF25703C}" presName="sibTrans" presStyleLbl="sibTrans1D1" presStyleIdx="0" presStyleCnt="5"/>
      <dgm:spPr/>
    </dgm:pt>
    <dgm:pt modelId="{84913AA7-7F5C-4221-90D8-557987A99687}" type="pres">
      <dgm:prSet presAssocID="{D8BC6D3D-772F-41D7-AAC9-36E3AC1DA404}" presName="node" presStyleLbl="node1" presStyleIdx="1" presStyleCnt="5">
        <dgm:presLayoutVars>
          <dgm:bulletEnabled val="1"/>
        </dgm:presLayoutVars>
      </dgm:prSet>
      <dgm:spPr/>
    </dgm:pt>
    <dgm:pt modelId="{F55109C5-B560-4FA7-B9D1-7BB17108B63B}" type="pres">
      <dgm:prSet presAssocID="{D8BC6D3D-772F-41D7-AAC9-36E3AC1DA404}" presName="spNode" presStyleCnt="0"/>
      <dgm:spPr/>
    </dgm:pt>
    <dgm:pt modelId="{48F68F29-01BD-4327-8E40-5925359191E4}" type="pres">
      <dgm:prSet presAssocID="{C0411F91-0A15-4810-9A10-D0A0984B9F9B}" presName="sibTrans" presStyleLbl="sibTrans1D1" presStyleIdx="1" presStyleCnt="5"/>
      <dgm:spPr/>
    </dgm:pt>
    <dgm:pt modelId="{A17035E5-3354-46E3-B4EF-BA1FA5467684}" type="pres">
      <dgm:prSet presAssocID="{5E4965FE-6D57-4222-8A4A-85DE7BAEED79}" presName="node" presStyleLbl="node1" presStyleIdx="2" presStyleCnt="5">
        <dgm:presLayoutVars>
          <dgm:bulletEnabled val="1"/>
        </dgm:presLayoutVars>
      </dgm:prSet>
      <dgm:spPr/>
    </dgm:pt>
    <dgm:pt modelId="{BB0E6288-6416-4006-B497-0F35D8862DF9}" type="pres">
      <dgm:prSet presAssocID="{5E4965FE-6D57-4222-8A4A-85DE7BAEED79}" presName="spNode" presStyleCnt="0"/>
      <dgm:spPr/>
    </dgm:pt>
    <dgm:pt modelId="{E54C4CC1-E3C7-4D0D-8F8B-BC951AA081AC}" type="pres">
      <dgm:prSet presAssocID="{4A89E465-B32D-45AA-9532-E41582462194}" presName="sibTrans" presStyleLbl="sibTrans1D1" presStyleIdx="2" presStyleCnt="5"/>
      <dgm:spPr/>
    </dgm:pt>
    <dgm:pt modelId="{CD7CCA64-45B7-4288-B59C-FE10EC908D52}" type="pres">
      <dgm:prSet presAssocID="{000F41F1-A65E-4CA2-A25E-BC2E786BDFCE}" presName="node" presStyleLbl="node1" presStyleIdx="3" presStyleCnt="5">
        <dgm:presLayoutVars>
          <dgm:bulletEnabled val="1"/>
        </dgm:presLayoutVars>
      </dgm:prSet>
      <dgm:spPr/>
    </dgm:pt>
    <dgm:pt modelId="{881E559E-9C2E-4B7B-A69E-0F0B109AFC6D}" type="pres">
      <dgm:prSet presAssocID="{000F41F1-A65E-4CA2-A25E-BC2E786BDFCE}" presName="spNode" presStyleCnt="0"/>
      <dgm:spPr/>
    </dgm:pt>
    <dgm:pt modelId="{BBC09A98-8155-427F-9CD1-EEC2F5FAE9AF}" type="pres">
      <dgm:prSet presAssocID="{2EBA5B92-EDF3-4F57-9CD4-FE6E1C719091}" presName="sibTrans" presStyleLbl="sibTrans1D1" presStyleIdx="3" presStyleCnt="5"/>
      <dgm:spPr/>
    </dgm:pt>
    <dgm:pt modelId="{F9C87BF5-6269-4CDF-93ED-E10BA08AE03D}" type="pres">
      <dgm:prSet presAssocID="{60161D63-EDDA-4905-B5B5-05A172741A55}" presName="node" presStyleLbl="node1" presStyleIdx="4" presStyleCnt="5">
        <dgm:presLayoutVars>
          <dgm:bulletEnabled val="1"/>
        </dgm:presLayoutVars>
      </dgm:prSet>
      <dgm:spPr/>
    </dgm:pt>
    <dgm:pt modelId="{170C9980-F687-46BD-97F7-FD6F893ED37B}" type="pres">
      <dgm:prSet presAssocID="{60161D63-EDDA-4905-B5B5-05A172741A55}" presName="spNode" presStyleCnt="0"/>
      <dgm:spPr/>
    </dgm:pt>
    <dgm:pt modelId="{E43C3F9D-5A98-44F0-B0D8-41F1CF66CA14}" type="pres">
      <dgm:prSet presAssocID="{576089FE-5407-4B28-AEC8-A3602174A06A}" presName="sibTrans" presStyleLbl="sibTrans1D1" presStyleIdx="4" presStyleCnt="5"/>
      <dgm:spPr/>
    </dgm:pt>
  </dgm:ptLst>
  <dgm:cxnLst>
    <dgm:cxn modelId="{B40BFF0B-B7E6-440F-969D-4C79C51343E7}" type="presOf" srcId="{D8BC6D3D-772F-41D7-AAC9-36E3AC1DA404}" destId="{84913AA7-7F5C-4221-90D8-557987A99687}" srcOrd="0" destOrd="0" presId="urn:microsoft.com/office/officeart/2005/8/layout/cycle5"/>
    <dgm:cxn modelId="{97CE2215-ED59-4DE8-B48E-F296A16AE47C}" type="presOf" srcId="{000F41F1-A65E-4CA2-A25E-BC2E786BDFCE}" destId="{CD7CCA64-45B7-4288-B59C-FE10EC908D52}" srcOrd="0" destOrd="0" presId="urn:microsoft.com/office/officeart/2005/8/layout/cycle5"/>
    <dgm:cxn modelId="{8339F415-9878-4851-9990-8E67D1741512}" srcId="{E9193B5A-C517-48EF-A5EE-87B63DCD4947}" destId="{D8BC6D3D-772F-41D7-AAC9-36E3AC1DA404}" srcOrd="1" destOrd="0" parTransId="{DBEB6511-4EE7-414A-9B02-A48994402968}" sibTransId="{C0411F91-0A15-4810-9A10-D0A0984B9F9B}"/>
    <dgm:cxn modelId="{C70BD51A-8C74-4FBE-A3A6-8E432CC08B50}" type="presOf" srcId="{4A89E465-B32D-45AA-9532-E41582462194}" destId="{E54C4CC1-E3C7-4D0D-8F8B-BC951AA081AC}" srcOrd="0" destOrd="0" presId="urn:microsoft.com/office/officeart/2005/8/layout/cycle5"/>
    <dgm:cxn modelId="{6A47EA29-9F73-465E-AFD2-A98B5300DA34}" srcId="{E9193B5A-C517-48EF-A5EE-87B63DCD4947}" destId="{FA334A66-08F0-4B31-9ED9-26F2708D7DB8}" srcOrd="0" destOrd="0" parTransId="{6ECEE4EA-5FF7-45AB-9DA8-AAD863AAEF58}" sibTransId="{E58ECF54-2DA5-4B37-9A23-2E93FF25703C}"/>
    <dgm:cxn modelId="{F911D73B-5431-428D-916F-3A65EBC74B1B}" type="presOf" srcId="{576089FE-5407-4B28-AEC8-A3602174A06A}" destId="{E43C3F9D-5A98-44F0-B0D8-41F1CF66CA14}" srcOrd="0" destOrd="0" presId="urn:microsoft.com/office/officeart/2005/8/layout/cycle5"/>
    <dgm:cxn modelId="{F0F2E04D-B79C-4936-ABD6-84D53B42EBA0}" srcId="{E9193B5A-C517-48EF-A5EE-87B63DCD4947}" destId="{000F41F1-A65E-4CA2-A25E-BC2E786BDFCE}" srcOrd="3" destOrd="0" parTransId="{E746A374-67CC-49A8-AB65-7F70F4A50EBE}" sibTransId="{2EBA5B92-EDF3-4F57-9CD4-FE6E1C719091}"/>
    <dgm:cxn modelId="{393BE66F-13D4-45E9-A7EE-0059DFAF7529}" type="presOf" srcId="{2EBA5B92-EDF3-4F57-9CD4-FE6E1C719091}" destId="{BBC09A98-8155-427F-9CD1-EEC2F5FAE9AF}" srcOrd="0" destOrd="0" presId="urn:microsoft.com/office/officeart/2005/8/layout/cycle5"/>
    <dgm:cxn modelId="{B674987F-EF4C-4EB7-9EDA-6BB0EE668D9B}" type="presOf" srcId="{60161D63-EDDA-4905-B5B5-05A172741A55}" destId="{F9C87BF5-6269-4CDF-93ED-E10BA08AE03D}" srcOrd="0" destOrd="0" presId="urn:microsoft.com/office/officeart/2005/8/layout/cycle5"/>
    <dgm:cxn modelId="{AE06B0A4-7AB7-45E2-9D3D-2FDBD090E235}" type="presOf" srcId="{C0411F91-0A15-4810-9A10-D0A0984B9F9B}" destId="{48F68F29-01BD-4327-8E40-5925359191E4}" srcOrd="0" destOrd="0" presId="urn:microsoft.com/office/officeart/2005/8/layout/cycle5"/>
    <dgm:cxn modelId="{810EECAA-1C17-4140-8DD2-C2AA2078ABDB}" type="presOf" srcId="{E58ECF54-2DA5-4B37-9A23-2E93FF25703C}" destId="{EF5A7D7C-07DE-48AC-AFE4-6D20E3B61190}" srcOrd="0" destOrd="0" presId="urn:microsoft.com/office/officeart/2005/8/layout/cycle5"/>
    <dgm:cxn modelId="{A46BA2B3-3978-4F1A-9603-470F213E2DF1}" type="presOf" srcId="{FA334A66-08F0-4B31-9ED9-26F2708D7DB8}" destId="{C90E5FF6-C09D-4784-A375-5FF42BBBB855}" srcOrd="0" destOrd="0" presId="urn:microsoft.com/office/officeart/2005/8/layout/cycle5"/>
    <dgm:cxn modelId="{D9DD68B5-2AF1-4F75-A177-911E8DBF448F}" type="presOf" srcId="{E9193B5A-C517-48EF-A5EE-87B63DCD4947}" destId="{B0E8C612-F82B-40E2-B371-7173CE532DB2}" srcOrd="0" destOrd="0" presId="urn:microsoft.com/office/officeart/2005/8/layout/cycle5"/>
    <dgm:cxn modelId="{62B964BA-4A28-4F1C-94BB-CF5F947B7A0C}" srcId="{E9193B5A-C517-48EF-A5EE-87B63DCD4947}" destId="{60161D63-EDDA-4905-B5B5-05A172741A55}" srcOrd="4" destOrd="0" parTransId="{2AB11230-1531-43F7-8533-30337CEBD0D7}" sibTransId="{576089FE-5407-4B28-AEC8-A3602174A06A}"/>
    <dgm:cxn modelId="{9E7150C9-2ACC-4F5E-A3CC-E45999740702}" type="presOf" srcId="{5E4965FE-6D57-4222-8A4A-85DE7BAEED79}" destId="{A17035E5-3354-46E3-B4EF-BA1FA5467684}" srcOrd="0" destOrd="0" presId="urn:microsoft.com/office/officeart/2005/8/layout/cycle5"/>
    <dgm:cxn modelId="{883672EF-0BF0-4A9D-B16A-F61E71FF4CD7}" srcId="{E9193B5A-C517-48EF-A5EE-87B63DCD4947}" destId="{5E4965FE-6D57-4222-8A4A-85DE7BAEED79}" srcOrd="2" destOrd="0" parTransId="{C6EF5E8E-A258-4878-B495-6B0872DD67E8}" sibTransId="{4A89E465-B32D-45AA-9532-E41582462194}"/>
    <dgm:cxn modelId="{63388FBA-4179-4E23-A30E-DCAC9B6CB2D2}" type="presParOf" srcId="{B0E8C612-F82B-40E2-B371-7173CE532DB2}" destId="{C90E5FF6-C09D-4784-A375-5FF42BBBB855}" srcOrd="0" destOrd="0" presId="urn:microsoft.com/office/officeart/2005/8/layout/cycle5"/>
    <dgm:cxn modelId="{2A66C65A-D611-4D7C-899C-E7E253388C9C}" type="presParOf" srcId="{B0E8C612-F82B-40E2-B371-7173CE532DB2}" destId="{386B7D2B-0817-47B8-9F97-A36FD77C086A}" srcOrd="1" destOrd="0" presId="urn:microsoft.com/office/officeart/2005/8/layout/cycle5"/>
    <dgm:cxn modelId="{A8600DFB-F7D6-4EF2-BAE2-00471EA13B5C}" type="presParOf" srcId="{B0E8C612-F82B-40E2-B371-7173CE532DB2}" destId="{EF5A7D7C-07DE-48AC-AFE4-6D20E3B61190}" srcOrd="2" destOrd="0" presId="urn:microsoft.com/office/officeart/2005/8/layout/cycle5"/>
    <dgm:cxn modelId="{B5DFECFA-F2F4-43AC-9EF7-8B961E998EC4}" type="presParOf" srcId="{B0E8C612-F82B-40E2-B371-7173CE532DB2}" destId="{84913AA7-7F5C-4221-90D8-557987A99687}" srcOrd="3" destOrd="0" presId="urn:microsoft.com/office/officeart/2005/8/layout/cycle5"/>
    <dgm:cxn modelId="{CC3E178C-2137-4BC5-9023-2725CBB48DE2}" type="presParOf" srcId="{B0E8C612-F82B-40E2-B371-7173CE532DB2}" destId="{F55109C5-B560-4FA7-B9D1-7BB17108B63B}" srcOrd="4" destOrd="0" presId="urn:microsoft.com/office/officeart/2005/8/layout/cycle5"/>
    <dgm:cxn modelId="{978A5CF0-BF52-443E-8E49-B8C07CA2AA7D}" type="presParOf" srcId="{B0E8C612-F82B-40E2-B371-7173CE532DB2}" destId="{48F68F29-01BD-4327-8E40-5925359191E4}" srcOrd="5" destOrd="0" presId="urn:microsoft.com/office/officeart/2005/8/layout/cycle5"/>
    <dgm:cxn modelId="{AF2676F4-ED7C-4130-98AC-3F7A05078980}" type="presParOf" srcId="{B0E8C612-F82B-40E2-B371-7173CE532DB2}" destId="{A17035E5-3354-46E3-B4EF-BA1FA5467684}" srcOrd="6" destOrd="0" presId="urn:microsoft.com/office/officeart/2005/8/layout/cycle5"/>
    <dgm:cxn modelId="{979117B3-B6B0-456D-8002-FA6E5759EE88}" type="presParOf" srcId="{B0E8C612-F82B-40E2-B371-7173CE532DB2}" destId="{BB0E6288-6416-4006-B497-0F35D8862DF9}" srcOrd="7" destOrd="0" presId="urn:microsoft.com/office/officeart/2005/8/layout/cycle5"/>
    <dgm:cxn modelId="{DC54A293-043C-4024-BE7B-DC2B7CAA8B14}" type="presParOf" srcId="{B0E8C612-F82B-40E2-B371-7173CE532DB2}" destId="{E54C4CC1-E3C7-4D0D-8F8B-BC951AA081AC}" srcOrd="8" destOrd="0" presId="urn:microsoft.com/office/officeart/2005/8/layout/cycle5"/>
    <dgm:cxn modelId="{3BDF602A-3B92-4265-862B-C2FF92C714A6}" type="presParOf" srcId="{B0E8C612-F82B-40E2-B371-7173CE532DB2}" destId="{CD7CCA64-45B7-4288-B59C-FE10EC908D52}" srcOrd="9" destOrd="0" presId="urn:microsoft.com/office/officeart/2005/8/layout/cycle5"/>
    <dgm:cxn modelId="{E4458E51-9129-4A0F-B4F5-9E8E9205C4C2}" type="presParOf" srcId="{B0E8C612-F82B-40E2-B371-7173CE532DB2}" destId="{881E559E-9C2E-4B7B-A69E-0F0B109AFC6D}" srcOrd="10" destOrd="0" presId="urn:microsoft.com/office/officeart/2005/8/layout/cycle5"/>
    <dgm:cxn modelId="{6EA9BD81-4EC7-4AD3-8DDA-D73AF8C51516}" type="presParOf" srcId="{B0E8C612-F82B-40E2-B371-7173CE532DB2}" destId="{BBC09A98-8155-427F-9CD1-EEC2F5FAE9AF}" srcOrd="11" destOrd="0" presId="urn:microsoft.com/office/officeart/2005/8/layout/cycle5"/>
    <dgm:cxn modelId="{9153369C-6827-4193-9113-D70192EA55B3}" type="presParOf" srcId="{B0E8C612-F82B-40E2-B371-7173CE532DB2}" destId="{F9C87BF5-6269-4CDF-93ED-E10BA08AE03D}" srcOrd="12" destOrd="0" presId="urn:microsoft.com/office/officeart/2005/8/layout/cycle5"/>
    <dgm:cxn modelId="{33EEB71A-0D18-4FC4-99B2-FAAF4A72C171}" type="presParOf" srcId="{B0E8C612-F82B-40E2-B371-7173CE532DB2}" destId="{170C9980-F687-46BD-97F7-FD6F893ED37B}" srcOrd="13" destOrd="0" presId="urn:microsoft.com/office/officeart/2005/8/layout/cycle5"/>
    <dgm:cxn modelId="{22AF270C-8F26-417C-8FE7-BBA74C4462CF}" type="presParOf" srcId="{B0E8C612-F82B-40E2-B371-7173CE532DB2}" destId="{E43C3F9D-5A98-44F0-B0D8-41F1CF66CA14}" srcOrd="14" destOrd="0" presId="urn:microsoft.com/office/officeart/2005/8/layout/cycle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90E5FF6-C09D-4784-A375-5FF42BBBB855}">
      <dsp:nvSpPr>
        <dsp:cNvPr id="0" name=""/>
        <dsp:cNvSpPr/>
      </dsp:nvSpPr>
      <dsp:spPr>
        <a:xfrm>
          <a:off x="2279093" y="151"/>
          <a:ext cx="1503610" cy="97734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Expert curation</a:t>
          </a:r>
        </a:p>
      </dsp:txBody>
      <dsp:txXfrm>
        <a:off x="2326803" y="47861"/>
        <a:ext cx="1408190" cy="881926"/>
      </dsp:txXfrm>
    </dsp:sp>
    <dsp:sp modelId="{EF5A7D7C-07DE-48AC-AFE4-6D20E3B61190}">
      <dsp:nvSpPr>
        <dsp:cNvPr id="0" name=""/>
        <dsp:cNvSpPr/>
      </dsp:nvSpPr>
      <dsp:spPr>
        <a:xfrm>
          <a:off x="1079562" y="488824"/>
          <a:ext cx="3902673" cy="3902673"/>
        </a:xfrm>
        <a:custGeom>
          <a:avLst/>
          <a:gdLst/>
          <a:ahLst/>
          <a:cxnLst/>
          <a:rect l="0" t="0" r="0" b="0"/>
          <a:pathLst>
            <a:path>
              <a:moveTo>
                <a:pt x="2904257" y="248498"/>
              </a:moveTo>
              <a:arcTo wR="1951336" hR="1951336" stAng="17953903" swAng="1210797"/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4913AA7-7F5C-4221-90D8-557987A99687}">
      <dsp:nvSpPr>
        <dsp:cNvPr id="0" name=""/>
        <dsp:cNvSpPr/>
      </dsp:nvSpPr>
      <dsp:spPr>
        <a:xfrm>
          <a:off x="4134925" y="1348492"/>
          <a:ext cx="1503610" cy="97734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Focused commitment</a:t>
          </a:r>
        </a:p>
      </dsp:txBody>
      <dsp:txXfrm>
        <a:off x="4182635" y="1396202"/>
        <a:ext cx="1408190" cy="881926"/>
      </dsp:txXfrm>
    </dsp:sp>
    <dsp:sp modelId="{48F68F29-01BD-4327-8E40-5925359191E4}">
      <dsp:nvSpPr>
        <dsp:cNvPr id="0" name=""/>
        <dsp:cNvSpPr/>
      </dsp:nvSpPr>
      <dsp:spPr>
        <a:xfrm>
          <a:off x="1079562" y="488824"/>
          <a:ext cx="3902673" cy="3902673"/>
        </a:xfrm>
        <a:custGeom>
          <a:avLst/>
          <a:gdLst/>
          <a:ahLst/>
          <a:cxnLst/>
          <a:rect l="0" t="0" r="0" b="0"/>
          <a:pathLst>
            <a:path>
              <a:moveTo>
                <a:pt x="3897982" y="2086552"/>
              </a:moveTo>
              <a:arcTo wR="1951336" hR="1951336" stAng="21838407" swAng="1359152"/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17035E5-3354-46E3-B4EF-BA1FA5467684}">
      <dsp:nvSpPr>
        <dsp:cNvPr id="0" name=""/>
        <dsp:cNvSpPr/>
      </dsp:nvSpPr>
      <dsp:spPr>
        <a:xfrm>
          <a:off x="3426060" y="3530152"/>
          <a:ext cx="1503610" cy="97734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Real tradeoffs</a:t>
          </a:r>
        </a:p>
      </dsp:txBody>
      <dsp:txXfrm>
        <a:off x="3473770" y="3577862"/>
        <a:ext cx="1408190" cy="881926"/>
      </dsp:txXfrm>
    </dsp:sp>
    <dsp:sp modelId="{E54C4CC1-E3C7-4D0D-8F8B-BC951AA081AC}">
      <dsp:nvSpPr>
        <dsp:cNvPr id="0" name=""/>
        <dsp:cNvSpPr/>
      </dsp:nvSpPr>
      <dsp:spPr>
        <a:xfrm>
          <a:off x="1079562" y="488824"/>
          <a:ext cx="3902673" cy="3902673"/>
        </a:xfrm>
        <a:custGeom>
          <a:avLst/>
          <a:gdLst/>
          <a:ahLst/>
          <a:cxnLst/>
          <a:rect l="0" t="0" r="0" b="0"/>
          <a:pathLst>
            <a:path>
              <a:moveTo>
                <a:pt x="2190582" y="3887951"/>
              </a:moveTo>
              <a:arcTo wR="1951336" hR="1951336" stAng="4977448" swAng="845103"/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D7CCA64-45B7-4288-B59C-FE10EC908D52}">
      <dsp:nvSpPr>
        <dsp:cNvPr id="0" name=""/>
        <dsp:cNvSpPr/>
      </dsp:nvSpPr>
      <dsp:spPr>
        <a:xfrm>
          <a:off x="1132127" y="3530152"/>
          <a:ext cx="1503610" cy="97734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Ownership </a:t>
          </a:r>
          <a:r>
            <a:rPr lang="en-US" sz="1700" kern="1200"/>
            <a:t>and confidence</a:t>
          </a:r>
          <a:endParaRPr lang="en-US" sz="1700" kern="1200" dirty="0"/>
        </a:p>
      </dsp:txBody>
      <dsp:txXfrm>
        <a:off x="1179837" y="3577862"/>
        <a:ext cx="1408190" cy="881926"/>
      </dsp:txXfrm>
    </dsp:sp>
    <dsp:sp modelId="{BBC09A98-8155-427F-9CD1-EEC2F5FAE9AF}">
      <dsp:nvSpPr>
        <dsp:cNvPr id="0" name=""/>
        <dsp:cNvSpPr/>
      </dsp:nvSpPr>
      <dsp:spPr>
        <a:xfrm>
          <a:off x="1079562" y="488824"/>
          <a:ext cx="3902673" cy="3902673"/>
        </a:xfrm>
        <a:custGeom>
          <a:avLst/>
          <a:gdLst/>
          <a:ahLst/>
          <a:cxnLst/>
          <a:rect l="0" t="0" r="0" b="0"/>
          <a:pathLst>
            <a:path>
              <a:moveTo>
                <a:pt x="206937" y="2825856"/>
              </a:moveTo>
              <a:arcTo wR="1951336" hR="1951336" stAng="9202441" swAng="1359152"/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9C87BF5-6269-4CDF-93ED-E10BA08AE03D}">
      <dsp:nvSpPr>
        <dsp:cNvPr id="0" name=""/>
        <dsp:cNvSpPr/>
      </dsp:nvSpPr>
      <dsp:spPr>
        <a:xfrm>
          <a:off x="423262" y="1348492"/>
          <a:ext cx="1503610" cy="97734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Faster future learning</a:t>
          </a:r>
          <a:endParaRPr lang="en-US" sz="1700" kern="1200" dirty="0"/>
        </a:p>
      </dsp:txBody>
      <dsp:txXfrm>
        <a:off x="470972" y="1396202"/>
        <a:ext cx="1408190" cy="881926"/>
      </dsp:txXfrm>
    </dsp:sp>
    <dsp:sp modelId="{E43C3F9D-5A98-44F0-B0D8-41F1CF66CA14}">
      <dsp:nvSpPr>
        <dsp:cNvPr id="0" name=""/>
        <dsp:cNvSpPr/>
      </dsp:nvSpPr>
      <dsp:spPr>
        <a:xfrm>
          <a:off x="1079562" y="488824"/>
          <a:ext cx="3902673" cy="3902673"/>
        </a:xfrm>
        <a:custGeom>
          <a:avLst/>
          <a:gdLst/>
          <a:ahLst/>
          <a:cxnLst/>
          <a:rect l="0" t="0" r="0" b="0"/>
          <a:pathLst>
            <a:path>
              <a:moveTo>
                <a:pt x="469484" y="681758"/>
              </a:moveTo>
              <a:arcTo wR="1951336" hR="1951336" stAng="13235301" swAng="1210797"/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5">
  <dgm:title val=""/>
  <dgm:desc val=""/>
  <dgm:catLst>
    <dgm:cat type="cycle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fact="-1"/>
          <dgm:constr type="diam" for="ch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2"/>
                <dgm:constr type="endPad" refType="connDist" fact="0.2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72A9DF-5DF3-0509-2C46-8295F87A88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C25ED4-C092-BA4F-E62A-06683AEE24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A838B4-CDA3-C769-1D17-6FFFDF1515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F2248-ECDA-4A79-975E-0E902578F1CC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0111E6-5D26-BDB9-DB5E-00F4E678B5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B4B01D-EAD5-1C2D-3674-F2CE83275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DAAA6-BAB0-46BC-95D9-F1614AD344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19056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AB9694-91E2-033D-D07E-36119208A4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8B9717-3CAC-F5A6-5FC0-2311751729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11AA1B-D4F0-84AA-6442-0190F4E303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F2248-ECDA-4A79-975E-0E902578F1CC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4EBFDC-AB36-FC34-07EC-703CB8788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D3C2CF-F05D-FC61-B049-E0181C8FF6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DAAA6-BAB0-46BC-95D9-F1614AD344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2508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0F77EC-5E95-9074-C7C8-3354F29CF9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603689-1CCB-88DE-C908-559CC70ED5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EC6970-9DBD-639C-EEE8-FE4EE04167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F2248-ECDA-4A79-975E-0E902578F1CC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82D587-FB5D-C3DB-B6AC-03F11F83D2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2CE41A-EBCD-1A0F-E305-468EC8EA8D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DAAA6-BAB0-46BC-95D9-F1614AD344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17839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6FE8D9-D7E2-4C49-2BD8-C5B1786CC0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48EC5B-0A40-C7C8-8F59-E5A6C0DA0D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B57584-968E-D472-C37F-B301583B91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8394E8-281D-6BCB-9B63-1866DA6009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F2248-ECDA-4A79-975E-0E902578F1CC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D9E31E-5465-C8D6-EE53-64CF807FBB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BE8E14-9E99-845B-E390-AA5AB58D4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DAAA6-BAB0-46BC-95D9-F1614AD344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4805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CE55DD-A882-446B-8223-63388AE0D9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A9ADE0-AF24-A379-8277-DFBCB03E94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100EA3-FBE2-3E18-5794-3B592BBABD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D95BFD-7780-5620-4A79-636E8CFB48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E258177-CC3D-1AF9-9750-C106FD5D68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C0BF872-769B-3827-2AE3-CBBDF1E54E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F2248-ECDA-4A79-975E-0E902578F1CC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47D8F70-4B1C-54EB-8A92-249BE07367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FE6CC15-7C90-4613-149C-476311524A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DAAA6-BAB0-46BC-95D9-F1614AD344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9435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0EF28-CFAE-EC7D-8723-4606802459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D24E9D-6F41-A728-B6C9-F6F9F8743A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F2248-ECDA-4A79-975E-0E902578F1CC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9CF37E-954A-BCA6-79CB-1BCA77DE9E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201D63-4588-A7BB-D44F-6635A8F665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DAAA6-BAB0-46BC-95D9-F1614AD344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4184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A1931A5-5C50-3E1B-69D9-155B5AE5A8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F2248-ECDA-4A79-975E-0E902578F1CC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384B14-0B74-80E2-7DD8-B3287F7530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11331A-6358-34F3-7C6D-99B4FED0C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DAAA6-BAB0-46BC-95D9-F1614AD344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3571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E6A15E-0D19-0639-ACB3-9566047BF9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1703E1-4D85-0FFD-5357-EBD1426E81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25FF8D-80A4-AF50-3CCC-39C60BF941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5E1350-FEE4-3BFB-2E27-C26DE0AFED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F2248-ECDA-4A79-975E-0E902578F1CC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6C6287-154F-2364-FB7A-F052D2103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DF12C9-D94E-041D-2A06-4793520C1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DAAA6-BAB0-46BC-95D9-F1614AD344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1682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E149D1-1EFF-DFE8-0538-DFD4B4E20C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416471-88FB-E744-40A0-1EEA11F30F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3191F0-6077-CBB6-C2F6-D8313051D3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A992C0-5F70-017E-BA0B-A62CA2E2B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F2248-ECDA-4A79-975E-0E902578F1CC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43515C-4D73-3153-EBF6-830AED8F10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32F69A-AC5A-9505-99CF-E79806C15B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DAAA6-BAB0-46BC-95D9-F1614AD344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66943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FE33D-2BDB-8F25-DE8D-DAF0C12B83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6D3B13-700A-5AFB-225A-4ED40F204A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416F3E-4286-B021-38CC-734F953402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F2248-ECDA-4A79-975E-0E902578F1CC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5D68B9-E8FE-6F8C-CBB6-E353B4830D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BD9B6B-EB3E-7500-E0B1-BD7D29930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DAAA6-BAB0-46BC-95D9-F1614AD344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78358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C7A0713-0D36-E32B-D4BC-DD676EC5D6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ABADE3-0890-CD97-6036-3024716082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75ADC1-2B2E-D46C-78CE-28909F86FC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F2248-ECDA-4A79-975E-0E902578F1CC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46A090-F75F-1C52-F549-94F2C64999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BF6755-A08D-F1F5-E4CE-15E1E2C679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DAAA6-BAB0-46BC-95D9-F1614AD344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08918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DB19189-B6E5-8888-479B-33F7490E21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3D27C4-CA15-26FA-B358-BA431C3DCF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B7DD81-D986-66DA-4F1A-DCC2D15F32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5F2248-ECDA-4A79-975E-0E902578F1CC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7C029C-446C-55A7-3F1A-247803D073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1E4A0C-9A63-30E9-A5F5-6C41B4B9F1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1DAAA6-BAB0-46BC-95D9-F1614AD344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02837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6FB3C61E-2B03-6CD5-CD8E-6072574F423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14123975"/>
              </p:ext>
            </p:extLst>
          </p:nvPr>
        </p:nvGraphicFramePr>
        <p:xfrm>
          <a:off x="2659204" y="1394234"/>
          <a:ext cx="6061798" cy="45720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DEC47061-3350-1E98-BCFC-B026F7819368}"/>
              </a:ext>
            </a:extLst>
          </p:cNvPr>
          <p:cNvSpPr txBox="1"/>
          <p:nvPr/>
        </p:nvSpPr>
        <p:spPr>
          <a:xfrm>
            <a:off x="2471596" y="516048"/>
            <a:ext cx="64370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How focused Excel training compounds</a:t>
            </a:r>
          </a:p>
        </p:txBody>
      </p:sp>
    </p:spTree>
    <p:extLst>
      <p:ext uri="{BB962C8B-B14F-4D97-AF65-F5344CB8AC3E}">
        <p14:creationId xmlns:p14="http://schemas.microsoft.com/office/powerpoint/2010/main" val="6220328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17</Words>
  <Application>Microsoft Office PowerPoint</Application>
  <PresentationFormat>Widescreen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George Mount</dc:creator>
  <cp:lastModifiedBy>George Mount</cp:lastModifiedBy>
  <cp:revision>1</cp:revision>
  <dcterms:created xsi:type="dcterms:W3CDTF">2026-01-19T21:00:39Z</dcterms:created>
  <dcterms:modified xsi:type="dcterms:W3CDTF">2026-01-19T21:47:42Z</dcterms:modified>
</cp:coreProperties>
</file>