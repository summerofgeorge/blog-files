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7"/>
  </p:notesMasterIdLst>
  <p:handoutMasterIdLst>
    <p:handoutMasterId r:id="rId8"/>
  </p:handoutMasterIdLst>
  <p:sldIdLst>
    <p:sldId id="410" r:id="rId5"/>
    <p:sldId id="39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8" autoAdjust="0"/>
    <p:restoredTop sz="96327" autoAdjust="0"/>
  </p:normalViewPr>
  <p:slideViewPr>
    <p:cSldViewPr snapToGrid="0">
      <p:cViewPr varScale="1">
        <p:scale>
          <a:sx n="69" d="100"/>
          <a:sy n="69" d="100"/>
        </p:scale>
        <p:origin x="56" y="1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2/26/2026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2/26/2026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/>
          <a:lstStyle/>
          <a:p>
            <a:r>
              <a:rPr lang="en-US" dirty="0"/>
              <a:t>Basic presentation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/>
              <a:t>Highlights</a:t>
            </a:r>
          </a:p>
        </p:txBody>
      </p:sp>
      <p:sp>
        <p:nvSpPr>
          <p:cNvPr id="7" name="Variance report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281238"/>
            <a:ext cx="7810500" cy="370046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Geometric annual presentation</Template>
  <TotalTime>17</TotalTime>
  <Words>5</Words>
  <Application>Microsoft Office PowerPoint</Application>
  <PresentationFormat>Widescreen</PresentationFormat>
  <Paragraphs>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Franklin Gothic Book</vt:lpstr>
      <vt:lpstr>Franklin Gothic Demi</vt:lpstr>
      <vt:lpstr>Custom</vt:lpstr>
      <vt:lpstr>Basic presentation</vt:lpstr>
      <vt:lpstr>Highlights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George Mount</dc:creator>
  <cp:lastModifiedBy>George Mount</cp:lastModifiedBy>
  <cp:revision>2</cp:revision>
  <dcterms:created xsi:type="dcterms:W3CDTF">2026-02-26T20:46:32Z</dcterms:created>
  <dcterms:modified xsi:type="dcterms:W3CDTF">2026-02-26T21:17:33Z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